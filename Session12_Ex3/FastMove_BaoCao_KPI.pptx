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đúng hạn (%)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Quận 1</c:v>
                  </c:pt>
                  <c:pt idx="1">
                    <c:v>Quận 3</c:v>
                  </c:pt>
                  <c:pt idx="2">
                    <c:v>Quận 7</c:v>
                  </c:pt>
                  <c:pt idx="3">
                    <c:v>Thủ Đức</c:v>
                  </c:pt>
                  <c:pt idx="4">
                    <c:v>Bình Thạnh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87</c:v>
                </c:pt>
                <c:pt idx="2">
                  <c:v>79</c:v>
                </c:pt>
                <c:pt idx="3">
                  <c:v>90</c:v>
                </c:pt>
                <c:pt idx="4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Quận 7 chỉ đạt 79% giao đúng hạn, thấp nhất toàn hệ thống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Shipper nhận đơn đúng 3 bước sẽ không sai kiện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vận đơn và kiểm tra số kiện</a:t>
            </a:r>
            <a:endParaRPr lang="en-US" sz="32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xác nhận bàn giao với nhân viên kho</a:t>
            </a:r>
            <a:endParaRPr lang="en-US" sz="32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Chụp ảnh kiện dễ vỡ trước khi giao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 cứu cước tự động tiết kiệm 16 giờ làm thủ công mỗi ngày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VLOOKUP tra giá từ bảng cước chuẩn</a:t>
            </a:r>
            <a:endParaRPr lang="en-US" sz="32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IFERROR cảnh báo mã lạ ngay lập tức</a:t>
            </a:r>
            <a:endParaRPr lang="en-US" sz="32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công thức áp dụng cho 500 đơn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2026-10-26T23:27:55Z</dcterms:created>
  <dcterms:modified xsi:type="dcterms:W3CDTF">2026-10-26T23:27:55Z</dcterms:modified>
</cp:coreProperties>
</file>